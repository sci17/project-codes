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2256367" y="4411663"/>
            <a:ext cx="24892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p>
              <a:endParaRPr lang="en-US"/>
            </a:p>
          </p:txBody>
        </p:sp>
      </p:grpSp>
      <p:sp>
        <p:nvSpPr>
          <p:cNvPr id="2051" name="未知"/>
          <p:cNvSpPr>
            <a:spLocks noChangeAspect="1"/>
          </p:cNvSpPr>
          <p:nvPr/>
        </p:nvSpPr>
        <p:spPr>
          <a:xfrm>
            <a:off x="3043767" y="2293938"/>
            <a:ext cx="9196917" cy="4591050"/>
          </a:xfrm>
          <a:custGeom>
            <a:avLst/>
            <a:gdLst/>
            <a:ahLst/>
            <a:cxnLst>
              <a:cxn ang="0">
                <a:pos x="0" y="4572133"/>
              </a:cxn>
              <a:cxn ang="0">
                <a:pos x="5786074" y="0"/>
              </a:cxn>
              <a:cxn ang="0">
                <a:pos x="6882360" y="14878"/>
              </a:cxn>
              <a:cxn ang="0">
                <a:pos x="6897688" y="4591050"/>
              </a:cxn>
              <a:cxn ang="0">
                <a:pos x="0" y="4572133"/>
              </a:cxn>
            </a:cxnLst>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p>
            <a:endParaRPr lang="en-US"/>
          </a:p>
        </p:txBody>
      </p:sp>
      <p:sp>
        <p:nvSpPr>
          <p:cNvPr id="2061" name="Rectangle 13"/>
          <p:cNvSpPr>
            <a:spLocks noGrp="1" noChangeArrowheads="1"/>
          </p:cNvSpPr>
          <p:nvPr>
            <p:ph type="ctrTitle" sz="quarter"/>
          </p:nvPr>
        </p:nvSpPr>
        <p:spPr>
          <a:xfrm>
            <a:off x="529167" y="2133600"/>
            <a:ext cx="11231033" cy="1470025"/>
          </a:xfrm>
        </p:spPr>
        <p:txBody>
          <a:bodyPr/>
          <a:lstStyle>
            <a:lvl1pPr algn="ctr">
              <a:defRPr/>
            </a:lvl1pPr>
          </a:lstStyle>
          <a:p>
            <a:pPr lvl="0"/>
            <a:r>
              <a:rPr lang="en-US" altLang="zh-CN" noProof="0" smtClean="0"/>
              <a:t>Click to edit Master title style</a:t>
            </a:r>
            <a:endParaRPr lang="en-US" altLang="zh-CN" noProof="0" smtClean="0"/>
          </a:p>
        </p:txBody>
      </p:sp>
      <p:sp>
        <p:nvSpPr>
          <p:cNvPr id="2062" name="Rectangle 14"/>
          <p:cNvSpPr>
            <a:spLocks noGrp="1" noChangeArrowheads="1"/>
          </p:cNvSpPr>
          <p:nvPr>
            <p:ph type="subTitle" sz="quarter" idx="1"/>
          </p:nvPr>
        </p:nvSpPr>
        <p:spPr>
          <a:xfrm>
            <a:off x="1828800" y="3886200"/>
            <a:ext cx="8534400" cy="1198563"/>
          </a:xfrm>
        </p:spPr>
        <p:txBody>
          <a:bodyPr anchor="ctr" anchorCtr="1"/>
          <a:lstStyle>
            <a:lvl1pPr marL="0" indent="0">
              <a:buFontTx/>
              <a:buNone/>
              <a:defRPr/>
            </a:lvl1pPr>
          </a:lstStyle>
          <a:p>
            <a:pPr lvl="0"/>
            <a:r>
              <a:rPr lang="en-US" altLang="zh-CN" noProof="0" smtClean="0"/>
              <a:t>Click to edit Master subtitle style</a:t>
            </a:r>
            <a:endParaRPr lang="en-US" altLang="zh-CN" noProof="0" smtClean="0"/>
          </a:p>
        </p:txBody>
      </p:sp>
      <p:sp>
        <p:nvSpPr>
          <p:cNvPr id="29" name="Rectangle 15"/>
          <p:cNvSpPr>
            <a:spLocks noGrp="1" noChangeArrowheads="1"/>
          </p:cNvSpPr>
          <p:nvPr>
            <p:ph type="dt" sz="quarter"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30" name="Rectangle 1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31" name="Rectangle 1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p:grpSp>
        <p:nvGrpSpPr>
          <p:cNvPr id="1026" name="Group 2"/>
          <p:cNvGrpSpPr>
            <a:grpSpLocks noChangeAspect="1"/>
          </p:cNvGrpSpPr>
          <p:nvPr/>
        </p:nvGrpSpPr>
        <p:grpSpPr>
          <a:xfrm>
            <a:off x="7016751" y="4076700"/>
            <a:ext cx="1862667"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p>
              <a:endParaRPr lang="en-US"/>
            </a:p>
          </p:txBody>
        </p:sp>
      </p:grpSp>
      <p:sp>
        <p:nvSpPr>
          <p:cNvPr id="1027" name="未知"/>
          <p:cNvSpPr>
            <a:spLocks noChangeAspect="1"/>
          </p:cNvSpPr>
          <p:nvPr/>
        </p:nvSpPr>
        <p:spPr>
          <a:xfrm>
            <a:off x="2840567" y="4749800"/>
            <a:ext cx="9351433" cy="2135188"/>
          </a:xfrm>
          <a:custGeom>
            <a:avLst/>
            <a:gdLst/>
            <a:ahLst/>
            <a:cxnLst>
              <a:cxn ang="0">
                <a:pos x="0" y="2115714"/>
              </a:cxn>
              <a:cxn ang="0">
                <a:pos x="7013575" y="0"/>
              </a:cxn>
              <a:cxn ang="0">
                <a:pos x="7013575" y="2135188"/>
              </a:cxn>
              <a:cxn ang="0">
                <a:pos x="0" y="2115714"/>
              </a:cxn>
            </a:cxnLst>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p>
            <a:endParaRPr lang="en-US"/>
          </a:p>
        </p:txBody>
      </p:sp>
      <p:sp>
        <p:nvSpPr>
          <p:cNvPr id="1028" name="Rectangle 13"/>
          <p:cNvSpPr>
            <a:spLocks noGrp="1"/>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14"/>
          <p:cNvSpPr>
            <a:spLocks noGrp="1"/>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1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3" name="Rectangle 1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4" name="Rectangle 1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PH" altLang="en-US" dirty="0"/>
              <a:t>My name is Kian Mae R. Valdez and I was born on February 21, 2006. I live at Baranggay TagumpayRoxas, Palawan. My parents are Cheryl Recarze Valdez and Domie Arzaga Valdez, and I have a sister named Glyzzabelle Valdez.</a:t>
            </a:r>
            <a:endParaRPr lang="en-PH"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62585" y="3130233"/>
            <a:ext cx="10972800" cy="1143000"/>
          </a:xfrm>
        </p:spPr>
        <p:txBody>
          <a:bodyPr/>
          <a:p>
            <a:r>
              <a:rPr lang="en-PH" altLang="en-US"/>
              <a:t>I graduated my elementary school in Tagumpay Elementary School at Brgy. Tagumpay, and finished my junior year in Tagumpay National High School. What I want in life is to be able to finish my studies so that I can repay all the hardships that my mother put on me just to make me go to school. Even though my father is gone, my mother still manages to take care of us and educate us through the hardships of life. </a:t>
            </a:r>
            <a:endParaRPr lang="en-PH" altLang="en-US"/>
          </a:p>
        </p:txBody>
      </p:sp>
      <p:sp>
        <p:nvSpPr>
          <p:cNvPr id="3" name="Content Placeholder 2"/>
          <p:cNvSpPr>
            <a:spLocks noGrp="1"/>
          </p:cNvSpPr>
          <p:nvPr>
            <p:ph idx="1"/>
          </p:nvPr>
        </p:nvSpPr>
        <p:spPr>
          <a:xfrm rot="180000">
            <a:off x="2998470" y="7805420"/>
            <a:ext cx="10972800" cy="188595"/>
          </a:xfrm>
        </p:spPr>
        <p:txBody>
          <a:bodyPr/>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lang="en-US"/>
              <a:t>It is very difficult when the family is not whole and I had experienced being in a broken family because one on your family member cheated. Sadly, little by little, I understand everything and why I had a broken family. </a:t>
            </a:r>
            <a:endParaRPr lang="en-US"/>
          </a:p>
        </p:txBody>
      </p:sp>
    </p:spTree>
  </p:cSld>
  <p:clrMapOvr>
    <a:masterClrMapping/>
  </p:clrMapOvr>
</p:sld>
</file>

<file path=ppt/theme/theme1.xml><?xml version="1.0" encoding="utf-8"?>
<a:theme xmlns:a="http://schemas.openxmlformats.org/drawingml/2006/main" name="1_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850</Words>
  <Application>WPS Presentation</Application>
  <PresentationFormat>Widescreen</PresentationFormat>
  <Paragraphs>6</Paragraphs>
  <Slides>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SimSun</vt:lpstr>
      <vt:lpstr>Wingdings</vt:lpstr>
      <vt:lpstr>Calibri Light</vt:lpstr>
      <vt:lpstr>Calibri</vt:lpstr>
      <vt:lpstr>Microsoft YaHei</vt:lpstr>
      <vt:lpstr>Arial Unicode MS</vt:lpstr>
      <vt:lpstr>1_Art_mountaineering</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name is Kian Mae R. Valdez and I was born on February 21, 2006. I live at Baranggay TagumpayRoxas, Palawan. My parents are Cheryl Recarze Valdez and Domie Arzaga Valdez, and I have a sister named Glyzzabelle Valdez.</dc:title>
  <dc:creator/>
  <cp:lastModifiedBy>ACER</cp:lastModifiedBy>
  <cp:revision>1</cp:revision>
  <dcterms:created xsi:type="dcterms:W3CDTF">2023-12-23T11:44:59Z</dcterms:created>
  <dcterms:modified xsi:type="dcterms:W3CDTF">2023-12-23T11:44:59Z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162C9913011E475EA4150E76989A5E76_11</vt:lpwstr>
  </property>
  <property fmtid="{D5CDD505-2E9C-101B-9397-08002B2CF9AE}" pid="3" name="KSOProductBuildVer">
    <vt:lpwstr>1033-12.2.0.13215</vt:lpwstr>
  </property>
</Properties>
</file>